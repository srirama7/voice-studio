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 Sample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HEART FAILURE. DONE BY – DR.ANAGHA BHAT</a:t>
            </a:r>
          </a:p>
          <a:p>
            <a:r>
              <a:t>GUIDE- DR.AMRUTHAVARSHINI DEFINITION. A clinical syndrome in which the heart is unable to pump enough blood to the body to meet its needs, to dispose of systemic or pulmonary venous return adequately ,or a combination of the two.</a:t>
            </a:r>
          </a:p>
          <a:p>
            <a:r>
              <a:t>Reference: Park's Pediatric 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