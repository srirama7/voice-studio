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HEART FAILURE. DONE BY DR. ANAGHA BHAT. GUIDE DR. AMRUTHAVARSHINI.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