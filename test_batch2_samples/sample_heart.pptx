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HEART FAILURE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Done by Dr. Anagha Bhat. Clinical syndrome definition.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